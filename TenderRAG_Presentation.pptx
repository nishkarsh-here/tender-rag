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1A1A2E"/>
                </a:solidFill>
              </a:rPr>
              <a:t>Tender RAG — Business Impact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</a:rPr>
              <a:t>Generative AI, Assignment 3 · AI &amp; Data Science, Jio Institute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C0392B"/>
                </a:solidFill>
              </a:rPr>
              <a:t>The problem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A government tender is 20–30 pages of dense clauses.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Before bidding, a company must extract a handful of facts: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    •  Earnest Money Deposit (EMD)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    •  Last date and time for bid submission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    •  Estimated cost put to bid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    •  Bid validity period, forfeiture conditions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Those facts are scattered and worded inconsistently —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"EMD", "earnest money deposit", "bid security".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Missing one can get the bid rejected outright.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C0392B"/>
                </a:solidFill>
              </a:rPr>
              <a:t>Why Ctrl+F is not enough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Keyword search fails the moment the tender's wording differs from what you typed. Asking ChatGPT fails differently — it has never seen this tender, so it invents a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5448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C0392B"/>
                </a:solidFill>
              </a:rPr>
              <a:t>What we built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A RAG system that answers tender questions from the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actual PDF, and shows the page the answer came from.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</a:rPr>
              <a:t>Example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</a:rPr>
              <a:t>Q:  What is the earnest money deposit for the home lift tender?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</a:rPr>
              <a:t>A:  Rs. 56,000/- (Rupees Fifty-Six Thousand Only)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</a:rPr>
              <a:t>     Source: iitpkd_lift, page 2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</a:rPr>
              <a:t>Q:  Who is the CEO of Microsoft?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2E"/>
                </a:solidFill>
              </a:rPr>
              <a:t>A:  This is not stated in the tender extracts I was given.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</a:rPr>
              <a:t>Why refusing matters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1A2E"/>
                </a:solidFill>
              </a:rPr>
              <a:t>For a tender, a confident wrong figure is worse than no answer. A bidder acting on an invented EMD loses the bid. The system is built to say "not stated" rather than guess.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1A1A2E"/>
                </a:solidFill>
              </a:rPr>
              <a:t>Technical Stack and GenAI Solution Architecture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RAG pipeline — one file per stage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data/tenders/*.pdf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3 real public tender PDFs (48 pages)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step1_load.py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PyPDFLoader → text + page no. → clean_text()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step2_chunk.py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RecursiveCharacterTextSplitter → 441 chunks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step3_embed_store.py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all-MiniLM-L6-v2 (384-dim) → Chroma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— user question —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step4_retrieve.py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cosine similarity, top k=8, metadata filter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step5_prompt.py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ChatPromptTemplate, {context} + {question}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step6_generate.py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init_chat_model (Groq) | llm | StrOutputParser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A1A2E"/>
                </a:solidFill>
              </a:rPr>
              <a:t>answer + sources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        tender name and page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3716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Tech stack (as taught in class)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</a:rPr>
              <a:t>•  LangChain — loaders, splitter, prompt, LCEL chain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</a:rPr>
              <a:t>•  Chroma — persistent vector store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</a:rPr>
              <a:t>•  sentence-transformers — local embeddings, no server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</a:rPr>
              <a:t>•  Groq — openai/gpt-oss-120b, temperature 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</a:rPr>
              <a:t>•  LiteLLM — primary / fallback model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</a:rPr>
              <a:t>•  Gradio — user interface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Choices we tested, not copied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Chunk size, measured on 6 hand-checked questions: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1A2E"/>
                </a:solidFill>
              </a:rPr>
              <a:t>     300 → 5/6      500 → 3/6      800 → 3/6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1A2E"/>
                </a:solidFill>
              </a:rPr>
              <a:t>     1000 → 1/6     1500 → 2/6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</a:rPr>
              <a:t>Page 1 of a tender is a summary table. At 1000 chars it becomes one chunk whose embedding averages many topics, so it matches no single question. Smaller chunks fixed it.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</a:rPr>
              <a:t>LiteLLM fallback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1A2E"/>
                </a:solidFill>
              </a:rPr>
              <a:t>groq/gpt-oss-120b  →  (call raises)  →  groq/gpt-oss-20b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One try/except in step6_generate.py. The app reports which model answered.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1A1A2E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AI usage disclosure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AI tools were used as a helper, as permitted in Section 8.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Used for: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•  drafting boilerplate and docstrings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•  suggesting the regex clean-up patterns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•  reviewing wording in the README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Done by us: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•  choosing the problem and the three tenders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•  the chunk-size and top-k experiments, and reading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    the results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•  diagnosing the word-per-line PDF extraction issue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    •  verifying every reported figure against the PDFs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Every figure in this deck was produced by running the code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</a:rPr>
              <a:t>in the repository. No results are estimated or invented.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3716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Limitations (honest)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Embeddings link "EMD" to "earnest money deposit" only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weakly (0.26 vs 0.73 for full phrasings).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One tender is a scan; OCR errors ("75 davs") hurt it.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Retrieval spot-checked on 6 hand-verified questions 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not a labelled evaluation. We claim no recall figure.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Only PDFs with a text layer work; no OCR added.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Possible improvements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Hybrid retrieval (BM25 + semantic) — fixes the "EMD" gap.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A labelled question set to measure retrieval properly.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•  OCR for scanned tenders.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Repository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rag/step1…step6 — the pipeline, one file per stage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notebooks/01_rag_pipeline_explained.ipynb — stage by stage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</a:rPr>
              <a:t>README.md — concept-to-file table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2E"/>
                </a:solidFill>
              </a:rPr>
              <a:t>TEACHER_WALKTHROUGH.md — demo plan and Q&amp;A prep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</a:rPr>
              <a:t>Team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</a:rPr>
              <a:t>Yuvraj Singh — 27PGAI0086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</a:rPr>
              <a:t>Nishkarsh Khandelwal — 27PGAI0081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</a:rPr>
              <a:t>Darrsheni Sapovadia — 27PGAI0063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